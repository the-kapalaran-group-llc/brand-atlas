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44" b="1" dirty="0">
                <a:solidFill>
                  <a:srgbClr val="1118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 Z Brand Atlas</a:t>
            </a:r>
            <a:endParaRPr lang="en-US" sz="2244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Cultural signal map for fast-moving youth behavior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789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Built from a canonical JSON document so PDF and PPTX preserve hierarchy, spacing, and typography.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Confidence: High (Cross-source trend alignment in social, commerce, and creator channels.)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309360"/>
            <a:ext cx="11155680" cy="0"/>
          </a:xfrm>
          <a:prstGeom prst="line">
            <a:avLst/>
          </a:prstGeom>
          <a:noFill/>
          <a:ln w="12700">
            <a:solidFill>
              <a:srgbClr val="F43F5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44" b="1" dirty="0">
                <a:solidFill>
                  <a:srgbClr val="1118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Audience Mindset</a:t>
            </a:r>
            <a:endParaRPr lang="en-US" sz="2244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resonates now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789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Themes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Hyper-visual storytelling beats text-heavy narratives.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Authenticity and creator transparency outperform polished brand ads.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Micro-communities shape adoption faster than mass campaigns.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"If it looks generic, it feels inauthentic." — Gen Z respondent synthesis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309360"/>
            <a:ext cx="11155680" cy="0"/>
          </a:xfrm>
          <a:prstGeom prst="line">
            <a:avLst/>
          </a:prstGeom>
          <a:noFill/>
          <a:ln w="12700">
            <a:solidFill>
              <a:srgbClr val="F43F5E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44" b="1" dirty="0">
                <a:solidFill>
                  <a:srgbClr val="1118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Creative Direction</a:t>
            </a:r>
            <a:endParaRPr lang="en-US" sz="2244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Retain look-and-feel in all exports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789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Design Tokens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Accent color for calls-to-action and headline underlines.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Consistent type scale mapped to PDF pt and PPTX pt.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Modular card rhythm with fixed spacing tokens.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Renderer adapters should only translate primitives, never reinterpret content hierarchy.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309360"/>
            <a:ext cx="11155680" cy="0"/>
          </a:xfrm>
          <a:prstGeom prst="line">
            <a:avLst/>
          </a:prstGeom>
          <a:noFill/>
          <a:ln w="12700">
            <a:solidFill>
              <a:srgbClr val="F43F5E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44" b="1" dirty="0">
                <a:solidFill>
                  <a:srgbClr val="1118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Activation Playbook</a:t>
            </a:r>
            <a:endParaRPr lang="en-US" sz="2244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Execution 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789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 30 Days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Pilot creator-led launch narrative with 3 short-form concepts.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Ship weekly trend pulse slides auto-generated from canonical JSON.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Run visual regression checks between web, PDF, and PPTX exports.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309360"/>
            <a:ext cx="11155680" cy="0"/>
          </a:xfrm>
          <a:prstGeom prst="line">
            <a:avLst/>
          </a:prstGeom>
          <a:noFill/>
          <a:ln w="12700">
            <a:solidFill>
              <a:srgbClr val="F43F5E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Z Brand Atlas Snapshot</dc:title>
  <dc:subject>Gen Z mock export</dc:subject>
  <dc:creator>Brand Atlas</dc:creator>
  <cp:lastModifiedBy>Brand Atlas</cp:lastModifiedBy>
  <cp:revision>1</cp:revision>
  <dcterms:created xsi:type="dcterms:W3CDTF">2026-05-19T17:29:08Z</dcterms:created>
  <dcterms:modified xsi:type="dcterms:W3CDTF">2026-05-19T17:29:08Z</dcterms:modified>
</cp:coreProperties>
</file>